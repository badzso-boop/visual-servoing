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5"/>
  </p:notesMasterIdLst>
  <p:sldIdLst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60" d="100"/>
          <a:sy n="60" d="100"/>
        </p:scale>
        <p:origin x="96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46802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97139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30887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75157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85287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507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61391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4091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US" sz="4000" dirty="0" err="1"/>
              <a:t>MűSzaki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US" sz="2300" dirty="0"/>
              <a:t>Ujj Norbert</a:t>
            </a:r>
          </a:p>
          <a:p>
            <a:pPr algn="l"/>
            <a:r>
              <a:rPr lang="en-US" dirty="0"/>
              <a:t>NLUG4F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5291506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 err="1"/>
              <a:t>Probléma</a:t>
            </a:r>
            <a:r>
              <a:rPr lang="en-US" sz="4000" dirty="0"/>
              <a:t> </a:t>
            </a:r>
            <a:r>
              <a:rPr lang="en-US" sz="4000" dirty="0" err="1"/>
              <a:t>és</a:t>
            </a:r>
            <a:r>
              <a:rPr lang="en-US" sz="4000" dirty="0"/>
              <a:t> </a:t>
            </a:r>
            <a:r>
              <a:rPr lang="en-US" sz="4000" dirty="0" err="1"/>
              <a:t>Motiváció</a:t>
            </a:r>
            <a:endParaRPr lang="en-US" sz="400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r>
              <a:rPr lang="en-US" sz="2400" dirty="0" err="1"/>
              <a:t>Problémakör</a:t>
            </a:r>
            <a:endParaRPr lang="en-US" sz="2400" dirty="0"/>
          </a:p>
          <a:p>
            <a:pPr lvl="1"/>
            <a:r>
              <a:rPr lang="en-US" sz="2200" dirty="0" err="1"/>
              <a:t>Épitőipari</a:t>
            </a:r>
            <a:r>
              <a:rPr lang="en-US" sz="2200" dirty="0"/>
              <a:t> </a:t>
            </a:r>
            <a:r>
              <a:rPr lang="en-US" sz="2200" dirty="0" err="1"/>
              <a:t>automatizálás</a:t>
            </a:r>
            <a:endParaRPr lang="en-US" sz="2200" dirty="0"/>
          </a:p>
          <a:p>
            <a:r>
              <a:rPr lang="en-US" sz="2400" dirty="0"/>
              <a:t>Projekt </a:t>
            </a:r>
            <a:r>
              <a:rPr lang="en-US" sz="2400" dirty="0" err="1"/>
              <a:t>víziója</a:t>
            </a:r>
            <a:endParaRPr lang="en-US" sz="2400" dirty="0"/>
          </a:p>
          <a:p>
            <a:pPr lvl="1"/>
            <a:r>
              <a:rPr lang="en-US" sz="2200" dirty="0" err="1"/>
              <a:t>Autonóm</a:t>
            </a:r>
            <a:r>
              <a:rPr lang="en-US" sz="2200" dirty="0"/>
              <a:t> </a:t>
            </a:r>
            <a:r>
              <a:rPr lang="en-US" sz="2200" dirty="0" err="1"/>
              <a:t>robotok</a:t>
            </a:r>
            <a:r>
              <a:rPr lang="en-US" sz="2200" dirty="0"/>
              <a:t> </a:t>
            </a:r>
            <a:r>
              <a:rPr lang="en-US" sz="2200" dirty="0" err="1"/>
              <a:t>alkalmazása</a:t>
            </a:r>
            <a:endParaRPr lang="en-US" sz="2200" dirty="0"/>
          </a:p>
          <a:p>
            <a:r>
              <a:rPr lang="en-US" sz="2400" dirty="0" err="1"/>
              <a:t>Jelenlegi</a:t>
            </a:r>
            <a:r>
              <a:rPr lang="en-US" sz="2400" dirty="0"/>
              <a:t> </a:t>
            </a:r>
            <a:r>
              <a:rPr lang="en-US" sz="2400" dirty="0" err="1"/>
              <a:t>kihívások</a:t>
            </a:r>
            <a:endParaRPr lang="en-US" sz="2400" dirty="0"/>
          </a:p>
          <a:p>
            <a:pPr lvl="1"/>
            <a:r>
              <a:rPr lang="en-US" sz="2200" dirty="0" err="1"/>
              <a:t>Meglévő</a:t>
            </a:r>
            <a:r>
              <a:rPr lang="en-US" sz="2200" dirty="0"/>
              <a:t> </a:t>
            </a:r>
            <a:r>
              <a:rPr lang="en-US" sz="2200" dirty="0" err="1"/>
              <a:t>robotok</a:t>
            </a:r>
            <a:r>
              <a:rPr lang="en-US" sz="2200" dirty="0"/>
              <a:t> </a:t>
            </a:r>
            <a:r>
              <a:rPr lang="en-US" sz="2200" dirty="0" err="1"/>
              <a:t>korlátainak</a:t>
            </a:r>
            <a:r>
              <a:rPr lang="en-US" sz="2200" dirty="0"/>
              <a:t> </a:t>
            </a:r>
            <a:r>
              <a:rPr lang="en-US" sz="2200" dirty="0" err="1"/>
              <a:t>kibővítése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6096000" y="0"/>
            <a:ext cx="6096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758" y="469281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 err="1"/>
              <a:t>Célkitűzések</a:t>
            </a:r>
            <a:endParaRPr lang="en-US" sz="400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758" y="1844743"/>
            <a:ext cx="5111836" cy="4058751"/>
          </a:xfrm>
        </p:spPr>
        <p:txBody>
          <a:bodyPr anchor="t">
            <a:normAutofit/>
          </a:bodyPr>
          <a:lstStyle/>
          <a:p>
            <a:r>
              <a:rPr lang="en-US" sz="2400" dirty="0" err="1"/>
              <a:t>Fő</a:t>
            </a:r>
            <a:r>
              <a:rPr lang="en-US" sz="2400" dirty="0"/>
              <a:t> </a:t>
            </a:r>
            <a:r>
              <a:rPr lang="en-US" sz="2400" dirty="0" err="1"/>
              <a:t>cél</a:t>
            </a:r>
            <a:endParaRPr lang="en-US" sz="2400" dirty="0"/>
          </a:p>
          <a:p>
            <a:pPr lvl="1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883440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/>
              <a:t>Title Lorem Ipsum	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pPr marL="36900" lvl="0" indent="0">
              <a:buNone/>
            </a:pPr>
            <a:r>
              <a:rPr lang="en-US" sz="2400" dirty="0"/>
              <a:t>Dolor Sit Amet</a:t>
            </a:r>
          </a:p>
          <a:p>
            <a:pPr marL="36900" lvl="0" indent="0">
              <a:buNone/>
            </a:pPr>
            <a:r>
              <a:rPr lang="en-US" sz="2400" dirty="0"/>
              <a:t>Consectetuer Elit</a:t>
            </a:r>
          </a:p>
          <a:p>
            <a:pPr marL="36900" lvl="0" indent="0">
              <a:buNone/>
            </a:pPr>
            <a:r>
              <a:rPr lang="en-US" sz="2400" dirty="0"/>
              <a:t>Nunc Viverra</a:t>
            </a:r>
          </a:p>
          <a:p>
            <a:pPr marL="36900" lvl="0" indent="0">
              <a:buNone/>
            </a:pPr>
            <a:r>
              <a:rPr lang="en-US" sz="2400" dirty="0"/>
              <a:t>Pellentesque Habitant</a:t>
            </a:r>
          </a:p>
          <a:p>
            <a:pPr marL="36900" lvl="0" indent="0">
              <a:buNone/>
            </a:pPr>
            <a:r>
              <a:rPr lang="en-US" sz="2400" dirty="0"/>
              <a:t>Lorem Ipsum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69431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/>
              <a:t>Title Lorem Ipsum	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pPr marL="36900" lvl="0" indent="0">
              <a:buNone/>
            </a:pPr>
            <a:r>
              <a:rPr lang="en-US" sz="2400" dirty="0"/>
              <a:t>Dolor Sit Amet</a:t>
            </a:r>
          </a:p>
          <a:p>
            <a:pPr marL="36900" lvl="0" indent="0">
              <a:buNone/>
            </a:pPr>
            <a:r>
              <a:rPr lang="en-US" sz="2400" dirty="0"/>
              <a:t>Consectetuer Elit</a:t>
            </a:r>
          </a:p>
          <a:p>
            <a:pPr marL="36900" lvl="0" indent="0">
              <a:buNone/>
            </a:pPr>
            <a:r>
              <a:rPr lang="en-US" sz="2400" dirty="0"/>
              <a:t>Nunc Viverra</a:t>
            </a:r>
          </a:p>
          <a:p>
            <a:pPr marL="36900" lvl="0" indent="0">
              <a:buNone/>
            </a:pPr>
            <a:r>
              <a:rPr lang="en-US" sz="2400" dirty="0"/>
              <a:t>Pellentesque Habitant</a:t>
            </a:r>
          </a:p>
          <a:p>
            <a:pPr marL="36900" lvl="0" indent="0">
              <a:buNone/>
            </a:pPr>
            <a:r>
              <a:rPr lang="en-US" sz="2400" dirty="0"/>
              <a:t>Lorem Ipsum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66623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/>
              <a:t>Title Lorem Ipsum	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pPr marL="36900" lvl="0" indent="0">
              <a:buNone/>
            </a:pPr>
            <a:r>
              <a:rPr lang="en-US" sz="2400" dirty="0"/>
              <a:t>Dolor Sit Amet</a:t>
            </a:r>
          </a:p>
          <a:p>
            <a:pPr marL="36900" lvl="0" indent="0">
              <a:buNone/>
            </a:pPr>
            <a:r>
              <a:rPr lang="en-US" sz="2400" dirty="0"/>
              <a:t>Consectetuer Elit</a:t>
            </a:r>
          </a:p>
          <a:p>
            <a:pPr marL="36900" lvl="0" indent="0">
              <a:buNone/>
            </a:pPr>
            <a:r>
              <a:rPr lang="en-US" sz="2400" dirty="0"/>
              <a:t>Nunc Viverra</a:t>
            </a:r>
          </a:p>
          <a:p>
            <a:pPr marL="36900" lvl="0" indent="0">
              <a:buNone/>
            </a:pPr>
            <a:r>
              <a:rPr lang="en-US" sz="2400" dirty="0"/>
              <a:t>Pellentesque Habitant</a:t>
            </a:r>
          </a:p>
          <a:p>
            <a:pPr marL="36900" lvl="0" indent="0">
              <a:buNone/>
            </a:pPr>
            <a:r>
              <a:rPr lang="en-US" sz="2400" dirty="0"/>
              <a:t>Lorem Ipsum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29205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/>
              <a:t>Title Lorem Ipsum	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pPr marL="36900" lvl="0" indent="0">
              <a:buNone/>
            </a:pPr>
            <a:r>
              <a:rPr lang="en-US" sz="2400" dirty="0"/>
              <a:t>Dolor Sit Amet</a:t>
            </a:r>
          </a:p>
          <a:p>
            <a:pPr marL="36900" lvl="0" indent="0">
              <a:buNone/>
            </a:pPr>
            <a:r>
              <a:rPr lang="en-US" sz="2400" dirty="0"/>
              <a:t>Consectetuer Elit</a:t>
            </a:r>
          </a:p>
          <a:p>
            <a:pPr marL="36900" lvl="0" indent="0">
              <a:buNone/>
            </a:pPr>
            <a:r>
              <a:rPr lang="en-US" sz="2400" dirty="0"/>
              <a:t>Nunc Viverra</a:t>
            </a:r>
          </a:p>
          <a:p>
            <a:pPr marL="36900" lvl="0" indent="0">
              <a:buNone/>
            </a:pPr>
            <a:r>
              <a:rPr lang="en-US" sz="2400" dirty="0"/>
              <a:t>Pellentesque Habitant</a:t>
            </a:r>
          </a:p>
          <a:p>
            <a:pPr marL="36900" lvl="0" indent="0">
              <a:buNone/>
            </a:pPr>
            <a:r>
              <a:rPr lang="en-US" sz="2400" dirty="0"/>
              <a:t>Lorem Ipsum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11741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/>
              <a:t>Title Lorem Ipsum	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pPr marL="36900" lvl="0" indent="0">
              <a:buNone/>
            </a:pPr>
            <a:r>
              <a:rPr lang="en-US" sz="2400" dirty="0"/>
              <a:t>Dolor Sit Amet</a:t>
            </a:r>
          </a:p>
          <a:p>
            <a:pPr marL="36900" lvl="0" indent="0">
              <a:buNone/>
            </a:pPr>
            <a:r>
              <a:rPr lang="en-US" sz="2400" dirty="0"/>
              <a:t>Consectetuer Elit</a:t>
            </a:r>
          </a:p>
          <a:p>
            <a:pPr marL="36900" lvl="0" indent="0">
              <a:buNone/>
            </a:pPr>
            <a:r>
              <a:rPr lang="en-US" sz="2400" dirty="0"/>
              <a:t>Nunc Viverra</a:t>
            </a:r>
          </a:p>
          <a:p>
            <a:pPr marL="36900" lvl="0" indent="0">
              <a:buNone/>
            </a:pPr>
            <a:r>
              <a:rPr lang="en-US" sz="2400" dirty="0"/>
              <a:t>Pellentesque Habitant</a:t>
            </a:r>
          </a:p>
          <a:p>
            <a:pPr marL="36900" lvl="0" indent="0">
              <a:buNone/>
            </a:pPr>
            <a:r>
              <a:rPr lang="en-US" sz="2400" dirty="0"/>
              <a:t>Lorem Ipsum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48734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/>
              <a:t>Title Lorem Ipsum	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pPr marL="36900" lvl="0" indent="0">
              <a:buNone/>
            </a:pPr>
            <a:r>
              <a:rPr lang="en-US" sz="2400" dirty="0"/>
              <a:t>Dolor Sit Amet</a:t>
            </a:r>
          </a:p>
          <a:p>
            <a:pPr marL="36900" lvl="0" indent="0">
              <a:buNone/>
            </a:pPr>
            <a:r>
              <a:rPr lang="en-US" sz="2400" dirty="0"/>
              <a:t>Consectetuer Elit</a:t>
            </a:r>
          </a:p>
          <a:p>
            <a:pPr marL="36900" lvl="0" indent="0">
              <a:buNone/>
            </a:pPr>
            <a:r>
              <a:rPr lang="en-US" sz="2400" dirty="0"/>
              <a:t>Nunc Viverra</a:t>
            </a:r>
          </a:p>
          <a:p>
            <a:pPr marL="36900" lvl="0" indent="0">
              <a:buNone/>
            </a:pPr>
            <a:r>
              <a:rPr lang="en-US" sz="2400" dirty="0"/>
              <a:t>Pellentesque Habitant</a:t>
            </a:r>
          </a:p>
          <a:p>
            <a:pPr marL="36900" lvl="0" indent="0">
              <a:buNone/>
            </a:pPr>
            <a:r>
              <a:rPr lang="en-US" sz="2400" dirty="0"/>
              <a:t>Lorem Ipsum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12290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/>
              <a:t>Title Lorem Ipsum	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pPr marL="36900" lvl="0" indent="0">
              <a:buNone/>
            </a:pPr>
            <a:r>
              <a:rPr lang="en-US" sz="2400" dirty="0"/>
              <a:t>Dolor Sit Amet</a:t>
            </a:r>
          </a:p>
          <a:p>
            <a:pPr marL="36900" lvl="0" indent="0">
              <a:buNone/>
            </a:pPr>
            <a:r>
              <a:rPr lang="en-US" sz="2400" dirty="0"/>
              <a:t>Consectetuer Elit</a:t>
            </a:r>
          </a:p>
          <a:p>
            <a:pPr marL="36900" lvl="0" indent="0">
              <a:buNone/>
            </a:pPr>
            <a:r>
              <a:rPr lang="en-US" sz="2400" dirty="0"/>
              <a:t>Nunc Viverra</a:t>
            </a:r>
          </a:p>
          <a:p>
            <a:pPr marL="36900" lvl="0" indent="0">
              <a:buNone/>
            </a:pPr>
            <a:r>
              <a:rPr lang="en-US" sz="2400" dirty="0"/>
              <a:t>Pellentesque Habitant</a:t>
            </a:r>
          </a:p>
          <a:p>
            <a:pPr marL="36900" lvl="0" indent="0">
              <a:buNone/>
            </a:pPr>
            <a:r>
              <a:rPr lang="en-US" sz="2400" dirty="0"/>
              <a:t>Lorem Ipsum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074786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{554AE251-D8D0-4AC7-B84E-53C26648B902}TFe742eee6-54b3-45e8-a03d-f3d997f9b6caf6c338c2_win32-3734725ae7e2</Template>
  <TotalTime>15</TotalTime>
  <Words>138</Words>
  <Application>Microsoft Office PowerPoint</Application>
  <PresentationFormat>Szélesvásznú</PresentationFormat>
  <Paragraphs>63</Paragraphs>
  <Slides>10</Slides>
  <Notes>9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4" baseType="lpstr">
      <vt:lpstr>Calibri</vt:lpstr>
      <vt:lpstr>Goudy Old Style</vt:lpstr>
      <vt:lpstr>Wingdings 2</vt:lpstr>
      <vt:lpstr>SlateVTI</vt:lpstr>
      <vt:lpstr>MűSzaki</vt:lpstr>
      <vt:lpstr>Probléma és Motiváció</vt:lpstr>
      <vt:lpstr>Célkitűzések</vt:lpstr>
      <vt:lpstr>Title Lorem Ipsum </vt:lpstr>
      <vt:lpstr>Title Lorem Ipsum </vt:lpstr>
      <vt:lpstr>Title Lorem Ipsum </vt:lpstr>
      <vt:lpstr>Title Lorem Ipsum </vt:lpstr>
      <vt:lpstr>Title Lorem Ipsum </vt:lpstr>
      <vt:lpstr>Title Lorem Ipsum </vt:lpstr>
      <vt:lpstr>Title Lorem Ipsum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ujj norbi</dc:creator>
  <cp:lastModifiedBy>ujj norbi</cp:lastModifiedBy>
  <cp:revision>14</cp:revision>
  <dcterms:created xsi:type="dcterms:W3CDTF">2025-11-27T10:41:40Z</dcterms:created>
  <dcterms:modified xsi:type="dcterms:W3CDTF">2025-11-27T10:57:28Z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